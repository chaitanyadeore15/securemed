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SecureMed</a:t>
            </a:r>
          </a:p>
          <a:p>
            <a:pPr>
              <a:defRPr sz="1800">
                <a:solidFill>
                  <a:srgbClr val="0F766E"/>
                </a:solidFill>
              </a:defRPr>
            </a:pPr>
            <a:r>
              <a:t>Cryptographic Hospital Patient-Report Exchange System</a:t>
            </a:r>
            <a:br/>
            <a:r>
              <a:t>Cryptography &amp; Network Security (CNS) Final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377440"/>
            <a:ext cx="9418320" cy="34747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0F766E"/>
                </a:solidFill>
              </a:defRPr>
            </a:pPr>
            <a:r>
              <a:t>Key System Highlights: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  •  Zero-Knowledge Clinical Envelopes (AES-256-GCM + RSA-OAEP)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  •  Digital Signatures &amp; Non-Repudiation (RSA-PSS 2048-bit)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  •  Mini Certificate Authority (X.509 v3 + CRL Revocation)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  •  Blockchain-Style Hash-Chained Audit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Problem in Modern Healthcare IT</a:t>
            </a:r>
          </a:p>
          <a:p>
            <a:pPr>
              <a:defRPr sz="1400">
                <a:solidFill>
                  <a:srgbClr val="0F766E"/>
                </a:solidFill>
              </a:defRPr>
            </a:pPr>
            <a:r>
              <a:t>Vulnerabilities in Traditional Hospital Patient Record Exchange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Plaintext Database Vulnerability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Rogue DB administrators, cloud misconfigurations, or ransomware SQL dumps expose confidential diagnostic reports.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Man-In-The-Middle (MITM) Alteration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Attackers intercepting transmission can modify diagnostic parameters (e.g., blood potassium levels, drug dosages).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Sender Impersonation &amp; Forgery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Lack of non-repudiation allows unauthorized actors to forge prescriptions or falsify clinical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Replay &amp; Freshness Attacks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Valid intercepted signed orders can be retransmitted to duplicate clinical actions (e.g., duplicate morphine administration).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Core Philosophy: Zero-Knowledge Courier</a:t>
            </a:r>
          </a:p>
          <a:p>
            <a:pPr>
              <a:defRPr sz="1400">
                <a:solidFill>
                  <a:srgbClr val="0F766E"/>
                </a:solidFill>
              </a:defRPr>
            </a:pPr>
            <a:r>
              <a:t>The Server Never Stores Plaintext Medical Reports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Confidential Storage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Reports are stored exclusively as AES-256-GCM ciphertext blobs on disk (enc_report_*.bin). Plaintext never touches disk or DB.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Multi-Recipient Wrap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 fresh 256-bit session key is generated per report and wrapped separately for each doctor/dept using RSA-OAEP.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Private Key Protection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Clinicians' private keys are protected with Scrypt key derivation (N=16384) + AES-GCM; never held in plaintext.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Defense-in-Depth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Strict HSTS, CSP headers, rate-limiting, and sliding 15-minute brute-force lockout after 5 failed logins.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Cryptographic Pipeline: Sender Side (Dispatch)</a:t>
            </a:r>
          </a:p>
          <a:p>
            <a:pPr>
              <a:defRPr sz="1400">
                <a:solidFill>
                  <a:srgbClr val="0F766E"/>
                </a:solidFill>
              </a:defRPr>
            </a:pPr>
            <a:r>
              <a:t>Step-by-Step Mathematical Flow on Report Composition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1. Digest Computation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The clinical payload JSON is serialized and digested using SHA-256 (32 bytes).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92024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2. Digital Signature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Digest is signed with sender's unlocked private key using RSA-PSS with SHA-256 and MGF1 (Non-Repudiation).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92024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3. AES-256-GCM Encryption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Payload is encrypted using a fresh 256-bit random session key and a 96-bit nonce, generating a 128-bit AEAD tag.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Cryptographic Pipeline: Receiver Side (Verification)</a:t>
            </a:r>
          </a:p>
          <a:p>
            <a:pPr>
              <a:defRPr sz="1400">
                <a:solidFill>
                  <a:srgbClr val="0F766E"/>
                </a:solidFill>
              </a:defRPr>
            </a:pPr>
            <a:r>
              <a:t>5-Point Automated Cryptographic Verification on Open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1. Root CA Chain &amp; CRL Check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Validates sender's X.509 certificate against Root CA. Rejects if expired or present in CRL.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92024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2. Freshness &amp; Anti-Replay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Enforces a 300-second sliding time window and verifies that the message nonce has never been seen.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92024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3. Key Unwrap (RSA-OAEP)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Recipient unlocks private key to decrypt the wrapped AES session key.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Mini Certificate Authority (PKI)</a:t>
            </a:r>
          </a:p>
          <a:p>
            <a:pPr>
              <a:defRPr sz="1400">
                <a:solidFill>
                  <a:srgbClr val="0F766E"/>
                </a:solidFill>
              </a:defRPr>
            </a:pPr>
            <a:r>
              <a:t>Automated X.509 Certificate Issuance and Revocation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Internal Root CA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Generates an internal RSA-4096 Root CA (10-year validity) on initial application bootstrap.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Automated Issuance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Issues individual X.509 v3 certificates to doctors, technicians, pharmacists, and departments upon provisioning.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Interactive CRL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Administrators can immediately revoke compromised certificates from the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Fail-Closed Security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Verification automatically rejects reports signed by revoked or expired certificates with audit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Multi-Department Architecture &amp; Routing</a:t>
            </a:r>
          </a:p>
          <a:p>
            <a:pPr>
              <a:defRPr sz="1400">
                <a:solidFill>
                  <a:srgbClr val="0F766E"/>
                </a:solidFill>
              </a:defRPr>
            </a:pPr>
            <a:r>
              <a:t>Data-Driven Hospital Specialties with Granular Access Controls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9 Seeded Departments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OPD, Pathology/Lab, Radiology, Pharmacy, Surgery, Emergency/ICU, Cardiology, Billing, Medical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Dynamic Provisioning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Admins can add new hospital departments at runtime with auto-generated RSA keypairs and X.509 certs.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Department Keys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Shared department inboxes where authorized clinicians unwrap department keys via member key-wraps.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Access Control Matrix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Configurable inter-department routing rules controlling which specialties can exchange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Hash-Chained Audit Ledger &amp; Break-Glass</a:t>
            </a:r>
          </a:p>
          <a:p>
            <a:pPr>
              <a:defRPr sz="1400">
                <a:solidFill>
                  <a:srgbClr val="0F766E"/>
                </a:solidFill>
              </a:defRPr>
            </a:pPr>
            <a:r>
              <a:t>Immutable Blockchain-Style Ledger &amp; Emergency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Hash-Chained Ledger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H_i = SHA-256(H_i-1 || Seq || Timestamp || Actor || Action || Details). Genesis starts at H_0 = 0*64.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Tamper Detection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One-click 'Verify Chain Integrity' recalculates all hashes from Genesis to immediately catch any DB modifications.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Emergency Break-Glass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Allows emergency doctors to override consent during trauma shock, requiring mandatory justification.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High-Priority Alerting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Break-glass and verification failures immediately alert administrators on the Security Telemetry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Patient Portal &amp; CNS Security Lab</a:t>
            </a:r>
          </a:p>
          <a:p>
            <a:pPr>
              <a:defRPr sz="1400">
                <a:solidFill>
                  <a:srgbClr val="0F766E"/>
                </a:solidFill>
              </a:defRPr>
            </a:pPr>
            <a:r>
              <a:t>Patient Empowerment &amp; Interactive Exploit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Patient Portal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Patients view finalized reports, manage consent (grant/revoke per doctor/department), and inspect 'Who Viewed My Data'.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Lab: Bit-Flipping Attack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Alters 1 byte of AES-GCM ciphertext to prove AEAD tag mismatch blocks corrupted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Lab: Forged Sender Attack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Eve signs a prescription with her key claiming to be Dr. Alice; RSA-PSS blocks invalid signature.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Lab: Replay Attack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Retransmits an intercepted legitimate encrypted message; anti-replay engine rejects duplicate nonce.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Verification Results &amp; Definition of Done</a:t>
            </a:r>
          </a:p>
          <a:p>
            <a:pPr>
              <a:defRPr sz="1400">
                <a:solidFill>
                  <a:srgbClr val="0F766E"/>
                </a:solidFill>
              </a:defRPr>
            </a:pPr>
            <a:r>
              <a:t>Rigorous Automated Testing &amp; Standards Compliance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16/16 Unit Tests Passed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Full test coverage across foundation, crypto core, reports, departments, audit ledger, and patient consent.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One-Command Launch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python run.py starts the server on HTTPS localhost:5000 with pre-seeded demo accounts and TLS cert.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Container Ready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Complete Dockerfile and docker-compose.yml ready for cloud or disconnected offline field hospital deployments.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Production Compliance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Strictly adheres to standard Python cryptography, Argon2id, pyotp TOTP, and zero custom crypto.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